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It contains genetic material and controls the activities of the cell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It controls what enters and leaves the cell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In the mitochondria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They are where protein synthesis takes 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Cell wall and chloroplasts (also a permanent vacuole)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Cellulose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Photosynthesis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Prokaryotic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function of the nucleus?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function of the cell membrane?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does aerobic respiration take place?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function of ribosomes?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 two structures found in plant cells but not animal cells.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cell wall made of in plants?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happens in chloroplasts?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—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type of cell has no nucleus: prokaryotic or eukaryotic?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