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10h/Ph1 — seating &amp;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Amelia Hart</a:t>
            </a:r>
          </a:p>
          <a:p>
            <a:r>
              <a:t>Jacob Singh</a:t>
            </a:r>
          </a:p>
          <a:p>
            <a:r>
              <a:t>Olivia Brennan</a:t>
            </a:r>
          </a:p>
          <a:p>
            <a:r>
              <a:t>Noah Kowalski</a:t>
            </a:r>
          </a:p>
          <a:p>
            <a:r>
              <a:t>Isla McCarthy</a:t>
            </a:r>
          </a:p>
          <a:p>
            <a:r>
              <a:t>Leo Adeyemi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 spectrum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914400">
                <a:tc>
                  <a:txBody>
                    <a:bodyPr/>
                    <a:lstStyle/>
                    <a:p>
                      <a: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Answer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What is the speed of light in a vacuum?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300 000 000 m/s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 spectrum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914400">
                <a:tc>
                  <a:txBody>
                    <a:bodyPr/>
                    <a:lstStyle/>
                    <a:p>
                      <a: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Answer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Name the part of the electromagnetic spectrum with the longest wavelength.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Radio waves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 spectrum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914400">
                <a:tc>
                  <a:txBody>
                    <a:bodyPr/>
                    <a:lstStyle/>
                    <a:p>
                      <a: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Answer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Which electromagnetic waves are used to cook food?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Microwaves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 spectrum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914400">
                <a:tc>
                  <a:txBody>
                    <a:bodyPr/>
                    <a:lstStyle/>
                    <a:p>
                      <a: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Answer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Which electromagnetic waves are used in remote controls?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Infrared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 spectrum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914400">
                <a:tc>
                  <a:txBody>
                    <a:bodyPr/>
                    <a:lstStyle/>
                    <a:p>
                      <a: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Answer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Which electromagnetic waves can cause skin cancer?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Ultraviolet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 spectrum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914400">
                <a:tc>
                  <a:txBody>
                    <a:bodyPr/>
                    <a:lstStyle/>
                    <a:p>
                      <a: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Answer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Which electromagnetic waves are used to image broken bones?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X-rays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