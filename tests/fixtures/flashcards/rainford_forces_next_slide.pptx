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Year 10 Forces — Retrieval Flashcards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Mr Badmus · Rainford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the unit of force?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newton 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weight?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force acting on an object due to gravity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Write the equation that links weight, mass and gravitational field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Weight = mass × gravitational field strength (W = mg)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the gravitational field strength on Earth?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9.8 N/kg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a resultant force?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single force that has the same effect as all the forces acting on an object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happens to a stationary object when the resultant force on it is zero?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It stays stationary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friction?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force that opposes motion between two surfaces in contact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a contact force?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force that acts only when objects are touching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Give an example of a non-contact force.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Gravitational, magnetic or electrostatic force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the difference between mass and weight?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Mass is the amount of matter and is measured in kg; weight is a force measured in 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air resistance?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frictional force that acts on an object moving through air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Write the equation linking work done, force and distance.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Work done = force × distance (W = Fs)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the unit of work done?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joule (J)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does Hooke's law state?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extension of a spring is directly proportional to the force applied, up to the limit of proportionality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Write the equation for the force on a spring.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Force = spring constant × extension (F = ke)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a vector quantity?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quantity that has both magnitude and direction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a scalar quantity?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quantity that has magnitude only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Is velocity a scalar or a vector?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vector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is terminal velocity?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The constant velocity reached when the resultant force on a falling object is zero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What does Newton's first law state?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Answer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An object stays at rest or moves at constant velocity unless a resultant force acts on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