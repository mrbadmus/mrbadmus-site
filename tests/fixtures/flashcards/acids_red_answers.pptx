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Acids and alkalis — answers in 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1. What is the pH of a neutral solution? </a:t>
            </a:r>
            <a:r>
              <a:rPr sz="1600" b="1">
                <a:solidFill>
                  <a:srgbClr val="FF0000"/>
                </a:solidFill>
              </a:rPr>
              <a:t>7</a:t>
            </a:r>
          </a:p>
          <a:p>
            <a:r>
              <a:rPr sz="1600"/>
              <a:t>2. Which ion makes a solution acidic? </a:t>
            </a:r>
            <a:r>
              <a:rPr sz="1600" b="1">
                <a:solidFill>
                  <a:srgbClr val="FF0000"/>
                </a:solidFill>
              </a:rPr>
              <a:t>Hydrogen ions, H+</a:t>
            </a:r>
          </a:p>
          <a:p>
            <a:r>
              <a:rPr sz="1600"/>
              <a:t>3. Which ion makes a solution alkaline? </a:t>
            </a:r>
            <a:r>
              <a:rPr sz="1600" b="1">
                <a:solidFill>
                  <a:srgbClr val="FF0000"/>
                </a:solidFill>
              </a:rPr>
              <a:t>Hydroxide ions, OH-</a:t>
            </a:r>
          </a:p>
          <a:p>
            <a:r>
              <a:rPr sz="1600"/>
              <a:t>4. What is produced when an acid reacts with an alkali? </a:t>
            </a:r>
            <a:r>
              <a:rPr sz="1600" b="1">
                <a:solidFill>
                  <a:srgbClr val="FF0000"/>
                </a:solidFill>
              </a:rPr>
              <a:t>A salt and water</a:t>
            </a:r>
          </a:p>
          <a:p>
            <a:r>
              <a:rPr sz="1600"/>
              <a:t>5. Name the salt made when hydrochloric acid reacts with sodium hydroxide. </a:t>
            </a:r>
            <a:r>
              <a:rPr sz="1600" b="1">
                <a:solidFill>
                  <a:srgbClr val="FF0000"/>
                </a:solidFill>
              </a:rPr>
              <a:t>Sodium chloride</a:t>
            </a:r>
          </a:p>
          <a:p>
            <a:r>
              <a:rPr sz="1600"/>
              <a:t>6. What gas is produced when an acid reacts with a metal carbonate? </a:t>
            </a:r>
            <a:r>
              <a:rPr sz="1600" b="1">
                <a:solidFill>
                  <a:srgbClr val="FF0000"/>
                </a:solidFill>
              </a:rPr>
              <a:t>Carbon dioxide</a:t>
            </a:r>
          </a:p>
          <a:p>
            <a:r>
              <a:rPr sz="1600"/>
              <a:t>7. What is the formula of sulfuric acid? </a:t>
            </a:r>
            <a:r>
              <a:rPr sz="1600" b="1">
                <a:solidFill>
                  <a:srgbClr val="FF0000"/>
                </a:solidFill>
              </a:rPr>
              <a:t>H2SO4</a:t>
            </a:r>
          </a:p>
          <a:p>
            <a:r>
              <a:rPr sz="1600"/>
              <a:t>8. What colour is universal indicator in a strong acid? </a:t>
            </a:r>
            <a:r>
              <a:rPr sz="1600" b="1">
                <a:solidFill>
                  <a:srgbClr val="FF0000"/>
                </a:solidFill>
              </a:rPr>
              <a:t>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